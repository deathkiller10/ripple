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- 04  Streaming Live RAG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Spark  ·  Project - Ripple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Vellore Institute of Technology, Vellore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Priyanshu Kundu - priyanshuwork.10@gmail.com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Souptik Hazra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Anushka Paul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Arpita Bhaumik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 - github.com/deathKiller10/ripple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The customer is not talking to the assistant. That is the whole problem.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1248" y="1781251"/>
            <a:ext cx="10515600" cy="1025956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1">
                <a:solidFill>
                  <a:srgbClr val="14142B"/>
                </a:solidFill>
                <a:latin typeface="Arial"/>
              </a:rPr>
              <a:t>“My S24’s screen is flickering after the update, the battery dies by 2pm, is any of this covered, and how long’s a repair?”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One breath. Four questions. The agent has ~1.5 seconds.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1248" y="3326587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No turn to wait for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There is no submit action and no endpoint. A turn-based system waits for a query that is never addressed to it.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413504" y="3326587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Several questions, one utterance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Answer them as a blend and a third of the answer silently disappears — and no standard retrieval metric can see it.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85760" y="3326587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Details arrive late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“Oh — I bought it in Dubai.” The answer must get better, not start over, and the citations already given must survive.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" y="5490057"/>
            <a:ext cx="1051560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Ripple </a:t>
            </a:r>
            <a:r>
              <a:rPr sz="1350" b="0">
                <a:solidFill>
                  <a:srgbClr val="14142B"/>
                </a:solidFill>
                <a:latin typeface="Calibri"/>
              </a:rPr>
              <a:t>starts retrieving before the sentence lands, fans out across the questions hidden inside it, and holds the answer as individually cited claims — so a late detail patches two sentences instead of restarting the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The gap is not retrieval quality. It is the absence of state between the first word and the last.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41248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Contact-centre assist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Keyword triggers after the utterance ends. Surfaces a list of articles, not a grounded answer.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41248" y="3944721"/>
            <a:ext cx="3371088" cy="784555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B1B3C"/>
                </a:solidFill>
                <a:latin typeface="Arial"/>
              </a:rPr>
              <a:t>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Fires too late; no answer, just links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413504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Conversational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Appends to history and re-retrieves on every follow-up. Rewrites the whole answer each time.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413504" y="3944721"/>
            <a:ext cx="3371088" cy="784555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B1B3C"/>
                </a:solidFill>
                <a:latin typeface="Arial"/>
              </a:rPr>
              <a:t>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This is the “restart” the theme rules out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985760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Streaming ASR +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Retrieves on every transcript chunk. Fast, and indiscriminate.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985760" y="3944721"/>
            <a:ext cx="3371088" cy="784555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B1B3C"/>
                </a:solidFill>
                <a:latin typeface="Arial"/>
              </a:rPr>
              <a:t>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Measured: 100% false triggers, 49% more retrievals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5157216"/>
            <a:ext cx="10515600" cy="1146657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704EA6"/>
                </a:solidFill>
                <a:latin typeface="Arial"/>
              </a:rPr>
              <a:t>What none of them 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Maintain an evidence pool across a single utterance ·  allocate a context budget per sub-question ·  represent the answer with enough structure to patch it without breaking its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Nine stages. Two of them cost a token. The diagram doubles as a cost ledger, because the guide grades cost-to-performance.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Retrieval
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199339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14426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Compound­ness 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329641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44728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Sub-query
extractor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4EA6"/>
                </a:solidFill>
                <a:latin typeface="Arial"/>
              </a:rPr>
              <a:t>1 call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4599431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75030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Parallel
retrieval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590245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605332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Coverage
fusion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720547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35634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Abstention
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850849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865936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Claim
synthesiser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4EA6"/>
                </a:solidFill>
                <a:latin typeface="Arial"/>
              </a:rPr>
              <a:t>1 call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9811512" y="2553919"/>
            <a:ext cx="132588" cy="140817"/>
          </a:xfrm>
          <a:prstGeom prst="rightArrow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962388" y="1828800"/>
            <a:ext cx="1133856" cy="12874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D28D9"/>
                </a:solidFill>
                <a:latin typeface="Arial"/>
              </a:rPr>
              <a:t>8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4142B"/>
                </a:solidFill>
                <a:latin typeface="Calibri"/>
              </a:rPr>
              <a:t>Grounding
verifier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66"/>
                </a:solidFill>
                <a:latin typeface="Arial"/>
              </a:rPr>
              <a:t>0 tokens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1248" y="3611880"/>
            <a:ext cx="3371088" cy="211226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M1  Retrieval-space stability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Everyone measures whether the sentence is finished. We measure whether more words would change which documents come back — by comparing successive result sets. One embedding, one lookup, zero tokens. θ is derived from a cost curve, not chosen.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413504" y="3611880"/>
            <a:ext cx="3371088" cy="211226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M2  The claim graph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The answer is a set of claims, each bound to its evidence IDs. A late constraint invalidates, re-scores, delta-retrieves, patches. Unaffected claims are never regenerated, so their citations cannot drift — and no model ever writes a citation string.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85760" y="3611880"/>
            <a:ext cx="3371088" cy="211226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M3  Coverage-budgeted fusion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RRF pools; we allocate. A floor per sub-question, then marginal gain, then de-duplication. Fixes sub-intent starvation, which recall@k cannot see: identical 0.960 recall either way, 0.772 vs 0.718 coverage.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" y="6250838"/>
            <a:ext cx="10515600" cy="321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3637E"/>
                </a:solidFill>
                <a:latin typeface="Calibri"/>
              </a:rPr>
              <a:t>Engine is transport-free: the WebSocket server and the headless replay CLI are both clients of it. No agent framework, no vector database server, no Redis — session-scoped memory makes persistence a spec violation, not a missing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One customer call, four beats, no cuts. The dashboard shows the controller deciding on a clock.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41248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0:30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Early retrieval + multi-intent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Stability climbs; RETRIEVE fires at 0.8 s while the customer is still speaking. Second and third questions open parallel branches.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41248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Answer starts before they finish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520440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2:00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Late detail, refined not restarted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“I bought it in Dubai.” Version diff animates: claims preserved byte-identical, one superseded, delta retrieval only.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520440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0 citation drift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199632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3:05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Suppression + abstention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“Give me that in two lines” → no search, no tokens, citations retained. Then a question the corpus cannot answer.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199632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0 retrievals, 0 tokens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878824" y="1828800"/>
            <a:ext cx="2478024" cy="2313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D28D9"/>
                </a:solidFill>
                <a:latin typeface="Arial"/>
              </a:rPr>
              <a:t>3:35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The numbers, then reproducibility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Six gates against measured values, five ablations, then docker compose up on a clean machine and the headless replay CLI.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878824" y="4681727"/>
            <a:ext cx="2478024" cy="462686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Arial"/>
              </a:rPr>
              <a:t>No API key required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41248" y="5466283"/>
            <a:ext cx="10515600" cy="885139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Why a judge can trust the screen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42B"/>
                </a:solidFill>
                <a:latin typeface="Calibri"/>
              </a:rPr>
              <a:t>The dashboard computes nothing. Every number on it comes from a telemetry event, so the screen and traces/&lt;session&gt;.jsonl cannot disagree.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Every dependency justifies its latency, or it was removed. Two were removed.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41248" y="1828800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Python 3.11  ·  FastAPI + WebSockets  ·  asyncio
Single process, one port, one container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13504" y="1828800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Retrieval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FAISS flat inner-product (exact)
scikit-learn TF-IDF + SVD embeddings
No GPU, no model download at run time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985760" y="1828800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Generation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Pluggable provider: Gemini · OpenAI · keyless stub
Client-side rate limiting for free tiers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1248" y="3207715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Vanilla HTML dashboard (ships)
Vite + React + Tailwind (migration)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413504" y="3207715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Custom harness: 4 systems, 6 gates, 5 ablations
Virtual-clock replay — machine-independent timings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85760" y="3207715"/>
            <a:ext cx="3371088" cy="102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Packaging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Docker multi-stage; corpus, labels and index baked in at
build time so the container needs no network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41248" y="4657953"/>
            <a:ext cx="10515600" cy="1528876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9B1B3C"/>
                </a:solidFill>
                <a:latin typeface="Arial"/>
              </a:rPr>
              <a:t>Deliberately not used — and two things we built and then deleted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LangChain · LlamaIndex · LangGraph · any agent framework · Kafka · Celery · Kubernetes · Redis · a vector-database server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4142B"/>
                </a:solidFill>
                <a:latin typeface="Calibri"/>
              </a:rPr>
              <a:t>BM25 removed. </a:t>
            </a:r>
            <a:r>
              <a:rPr sz="1150" b="0">
                <a:solidFill>
                  <a:srgbClr val="14142B"/>
                </a:solidFill>
                <a:latin typeface="Calibri"/>
              </a:rPr>
              <a:t>Recall improved 0.893 → 0.960 without it, and it won nothing on a 16-query part-number probe.  </a:t>
            </a:r>
            <a:r>
              <a:rPr sz="1150" b="1">
                <a:solidFill>
                  <a:srgbClr val="14142B"/>
                </a:solidFill>
                <a:latin typeface="Calibri"/>
              </a:rPr>
              <a:t>Reranker removed. </a:t>
            </a:r>
            <a:r>
              <a:rPr sz="1150" b="0">
                <a:solidFill>
                  <a:srgbClr val="14142B"/>
                </a:solidFill>
                <a:latin typeface="Calibri"/>
              </a:rPr>
              <a:t>Coverage improved 0.726 → 0.772, and it cost 90 ms per sub-query. Deleting your own work on evidence is the parsimony rule applied to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Samsung runs support centres. Handle time and first-call resolution are budget lines, not metrics.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41248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−3.17 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first answer, two-question calls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before the customer finishes · real model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520440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0.884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of eligible turns retrieve early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gate G2 ≥ 0.80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99632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0E7C66"/>
                </a:solidFill>
                <a:latin typeface="Arial"/>
              </a:rPr>
              <a:t>0.000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false triggers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naive streaming: 1.000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878824" y="1828800"/>
            <a:ext cx="2478024" cy="120700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0E7C66"/>
                </a:solidFill>
                <a:latin typeface="Arial"/>
              </a:rPr>
              <a:t>158/158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claims backed by the cited passage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3637E"/>
                </a:solidFill>
                <a:latin typeface="Calibri"/>
              </a:rPr>
              <a:t>gemini-3.5-flash-lite · 0 fabricated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41248" y="3540556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Live agent assist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The reference application. The agent reads a grounded answer while the customer is still speaking, with every claim traceable to a policy clause.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413504" y="3540556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Any listening assistant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The engine is corpus-agnostic and domain-free: scope comes from corpus metadata, never from rules in code. Point it at field service, insurance adjudication or regulatory circulars unchanged.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985760" y="3540556"/>
            <a:ext cx="3371088" cy="1629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A worklet, not a 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42B"/>
                </a:solidFill>
                <a:latin typeface="Calibri"/>
              </a:rPr>
              <a:t>Engine and application are separate. The dashboard and the headless replay CLI are both clients of the same object, which is why it can be evaluated without a browser.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41248" y="5704027"/>
            <a:ext cx="10515600" cy="683971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04EA6"/>
                </a:solidFill>
                <a:latin typeface="Calibri"/>
              </a:rPr>
              <a:t>Session-scoped memory only. </a:t>
            </a:r>
            <a:r>
              <a:rPr sz="1200" b="0">
                <a:solidFill>
                  <a:srgbClr val="14142B"/>
                </a:solidFill>
                <a:latin typeface="Calibri"/>
              </a:rPr>
              <a:t>No cross-session profile, no persistent user tracking. A test asserts two identical sessions produce identical state — non-profiling demonstrated, not promised.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Table: dev split, 40 scenarios, keyless provider. Right card: the same split on a real model. Held-out (34 unseen, run once): all six gates pass.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841248" y="1805025"/>
          <a:ext cx="10515599" cy="1408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371600"/>
                <a:gridCol w="1133856"/>
                <a:gridCol w="1207008"/>
                <a:gridCol w="1097280"/>
                <a:gridCol w="1042415"/>
              </a:tblGrid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early retr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false trig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multi-intent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recall@k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intent cov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TTFT med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retr/turn</a:t>
                      </a:r>
                    </a:p>
                  </a:txBody>
                  <a:tcPr marL="73152" marR="73152" marT="18288" marB="18288" anchor="ctr">
                    <a:solidFill>
                      <a:srgbClr val="D9D3F0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B0  LLM only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B1  static RAG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+0.010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B2  naive streaming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−2.069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4142B"/>
                          </a:solidFill>
                          <a:latin typeface="Calibri"/>
                        </a:rPr>
                        <a:t>4.04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704EA6"/>
                          </a:solidFill>
                          <a:latin typeface="Calibri"/>
                        </a:rPr>
                        <a:t>B3  Ripple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7C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0.889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7C66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E7C66"/>
                          </a:solidFill>
                          <a:latin typeface="Calibri"/>
                        </a:rPr>
                        <a:t>−1.036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4142B"/>
                          </a:solidFill>
                          <a:latin typeface="Calibri"/>
                        </a:rPr>
                        <a:t>2.75</a:t>
                      </a:r>
                    </a:p>
                  </a:txBody>
                  <a:tcPr marL="73152" marR="73152" marT="18288" marB="18288" anchor="ctr">
                    <a:solidFill>
                      <a:srgbClr val="F4F1FB"/>
                    </a:solidFill>
                  </a:tcPr>
                </a:tc>
              </a:tr>
            </a:tbl>
          </a:graphicData>
        </a:graphic>
      </p:graphicFrame>
      <p:sp>
        <p:nvSpPr>
          <p:cNvPr id="140" name="Rounded Rectangle 139"/>
          <p:cNvSpPr/>
          <p:nvPr/>
        </p:nvSpPr>
        <p:spPr>
          <a:xfrm>
            <a:off x="841248" y="3730752"/>
            <a:ext cx="5102352" cy="1166774"/>
          </a:xfrm>
          <a:prstGeom prst="roundRect">
            <a:avLst>
              <a:gd name="adj" fmla="val 6000"/>
            </a:avLst>
          </a:prstGeom>
          <a:solidFill>
            <a:srgbClr val="E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66"/>
                </a:solidFill>
                <a:latin typeface="Arial"/>
              </a:rPr>
              <a:t>All six acceptance gates PASS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G2 early retrieval 0.884 · G3 multi-intent 0.889 · G4 zero fabricated IDs · G5 state continuity 1.000 · G6 trace coverage 1.000 · G1 one-command container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144768" y="3730752"/>
            <a:ext cx="5212080" cy="1166774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Real model — gemini-3.5-flash-lite, 26 Sep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Ripple vs static RAG, all 40 dev scenarios: 158/158 claims backed by their cited passage · 0 fabricated · recall 0.942 vs 0.835 · 1.44× tokens per turn · first answer −3.17 s on two-question calls.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41248" y="5276088"/>
            <a:ext cx="10515600" cy="1046073"/>
          </a:xfrm>
          <a:prstGeom prst="roundRect">
            <a:avLst>
              <a:gd name="adj" fmla="val 6000"/>
            </a:avLst>
          </a:prstGeom>
          <a:solidFill>
            <a:srgbClr val="FA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B1B3C"/>
                </a:solidFill>
                <a:latin typeface="Arial"/>
              </a:rPr>
              <a:t>Limitations, stated plainly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The table's −1.036 s assumes an instant model; with ~2 s real replies the median is +1.80 s (static RAG +2.07 s) and the p90 tail is worse (10.1 s vs 2.5 s).  ·  With a real model static RAG edges coverage (0.854 vs 0.833).  ·  Grounding is an automated check, not human review.  ·  Keyless mode declined 0 of 2 unanswerable held-out questions (near-misses).  ·  No currency cost: no published price configured.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Ordered by measured expected value, not by novelty.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41248" y="1828800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1   </a:t>
            </a:r>
            <a:r>
              <a:rPr sz="1350" b="1">
                <a:solidFill>
                  <a:srgbClr val="14142B"/>
                </a:solidFill>
                <a:latin typeface="Calibri"/>
              </a:rPr>
              <a:t>Cross-encoder reranking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The measured bottleneck is selection: recall 0.960, coverage 0.772 (keyless). Our lexical reranker shared the retriever's bias and made it worse. A cross-encoder scores relevance rather than term overlap — the highest-value next experiment, and currently unmeasured.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99631" y="1828800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2   </a:t>
            </a:r>
            <a:r>
              <a:rPr sz="1350" b="1">
                <a:solidFill>
                  <a:srgbClr val="14142B"/>
                </a:solidFill>
                <a:latin typeface="Calibri"/>
              </a:rPr>
              <a:t>Semantic embeddings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bge-small behind a switch. Ablation A4 must be re-run with it: BM25 would likely earn its place back against an embedder with no character n-grams.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41248" y="4158691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3   </a:t>
            </a:r>
            <a:r>
              <a:rPr sz="1350" b="1">
                <a:solidFill>
                  <a:srgbClr val="14142B"/>
                </a:solidFill>
                <a:latin typeface="Calibri"/>
              </a:rPr>
              <a:t>Learned 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The stability signal is unsupervised today. With labelled retrieval-timing data, a small classifier over stability, novelty, prefix length and jump similarity should beat a single threshold.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99631" y="4158691"/>
            <a:ext cx="5157216" cy="1770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D28D9"/>
                </a:solidFill>
                <a:latin typeface="Calibri"/>
              </a:rPr>
              <a:t>4   </a:t>
            </a:r>
            <a:r>
              <a:rPr sz="1350" b="1">
                <a:solidFill>
                  <a:srgbClr val="14142B"/>
                </a:solidFill>
                <a:latin typeface="Calibri"/>
              </a:rPr>
              <a:t>Scale and a real corpus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151 chunks is enough to measure; production knowledge bases are 10⁴–10⁵ sections, where the flat-index decision is revisited. Swapping corpora is a config change by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41248" y="1481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3637E"/>
                </a:solidFill>
                <a:latin typeface="Calibri"/>
              </a:rPr>
              <a:t>What another team cannot retrofit in the time remaining.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41248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The claim graph is a one-way door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Build refinement as string rewriting and converting to claim-level state is a rewrite of synthesis, state and the UI. Nobody switches on day six. It is why our citation drift is structurally 0, not prompted.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13504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θ derived from a cost curve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“Why 0.40?” has a plot, not a shrug: E[cost] = P(false trigger)·c_waste + P(late)·c_late, from the ~1000× asymmetry between a 4 ms lookup and 700 ms of silence.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985760" y="1828800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We report the half of G2 others omit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Early-retrieval rate AND false-trigger rate. A system that retrieves on every chunk scores 1.000 on the first and 1.000 on the second. We report 0.884 and 0.000.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41248" y="4039819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Held-out split, run once after freeze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34 unseen scenarios: all six gates pass, one to two points below dev (recall 0.937). The honest answer to “did you overfit to your demo?”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413504" y="4039819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Output matches the guide's §4 JSON exactly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retrieval_events, sub_queries, answer, citations, uncertainty — their field names, so a private harness written against the guide consumes our replay output unmodified.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985760" y="4039819"/>
            <a:ext cx="3371088" cy="1709928"/>
          </a:xfrm>
          <a:prstGeom prst="roundRect">
            <a:avLst>
              <a:gd name="adj" fmla="val 6000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1887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Negative results published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42B"/>
                </a:solidFill>
                <a:latin typeface="Calibri"/>
              </a:rPr>
              <a:t>Two abstention hypotheses measured and discarded, two components deleted on evidence, and five bugs found by a number disagreeing with the mechanism. All in the repo, not hidden.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6322161"/>
            <a:ext cx="10515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3637E"/>
                </a:solidFill>
                <a:latin typeface="Calibri"/>
              </a:rPr>
              <a:t>Plus the three §8 deliverables most teams will not notice are required: a 6-page architecture brief, an evaluation report with analysed failures and five ablations, and a documented telemetry schema.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41248" y="1805025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Working prototype code — public GitHub repo   </a:t>
            </a:r>
            <a:r>
              <a:rPr sz="1200" b="0">
                <a:solidFill>
                  <a:srgbClr val="63637E"/>
                </a:solidFill>
                <a:latin typeface="Calibri"/>
              </a:rPr>
              <a:t>github.com/deathKiller10/ripple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1248" y="23637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README with reproducible setup instructions   </a:t>
            </a:r>
            <a:r>
              <a:rPr sz="1200" b="0">
                <a:solidFill>
                  <a:srgbClr val="63637E"/>
                </a:solidFill>
                <a:latin typeface="Calibri"/>
              </a:rPr>
              <a:t>docker compose up — no API key, no GPU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41248" y="2922422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Docker files and other requirements   </a:t>
            </a:r>
            <a:r>
              <a:rPr sz="1200" b="0">
                <a:solidFill>
                  <a:srgbClr val="63637E"/>
                </a:solidFill>
                <a:latin typeface="Calibri"/>
              </a:rPr>
              <a:t>Multi-stage Dockerfile; index baked in at build time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1248" y="348112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Demo video, max 5 minutes   </a:t>
            </a:r>
            <a:r>
              <a:rPr sz="1200" b="0">
                <a:solidFill>
                  <a:srgbClr val="63637E"/>
                </a:solidFill>
                <a:latin typeface="Calibri"/>
              </a:rPr>
              <a:t>Linked in the repo README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41248" y="4039819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Presentation file (PPT or PDF)   </a:t>
            </a:r>
            <a:r>
              <a:rPr sz="1200" b="0">
                <a:solidFill>
                  <a:srgbClr val="63637E"/>
                </a:solidFill>
                <a:latin typeface="Calibri"/>
              </a:rPr>
              <a:t>This deck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1248" y="4598517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Release tag PRISM_GENAI_HACKATHON_Y2026   </a:t>
            </a:r>
            <a:r>
              <a:rPr sz="1200" b="0">
                <a:solidFill>
                  <a:srgbClr val="63637E"/>
                </a:solidFill>
                <a:latin typeface="Calibri"/>
              </a:rPr>
              <a:t>On the final commit; everything referenced is inside it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41248" y="5157216"/>
            <a:ext cx="10515600" cy="402336"/>
          </a:xfrm>
          <a:prstGeom prst="rect">
            <a:avLst/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Architecture brief, evaluation report, telemetry schema   </a:t>
            </a:r>
            <a:r>
              <a:rPr sz="1200" b="0">
                <a:solidFill>
                  <a:srgbClr val="63637E"/>
                </a:solidFill>
                <a:latin typeface="Calibri"/>
              </a:rPr>
              <a:t>docs/ — Theme 4 Guide §8 deliverables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41248" y="571591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18872" bIns="118872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66"/>
                </a:solidFill>
                <a:latin typeface="Calibri"/>
              </a:rPr>
              <a:t>Y   </a:t>
            </a:r>
            <a:r>
              <a:rPr sz="1200" b="1">
                <a:solidFill>
                  <a:srgbClr val="14142B"/>
                </a:solidFill>
                <a:latin typeface="Calibri"/>
              </a:rPr>
              <a:t>AI usage disclosure   </a:t>
            </a:r>
            <a:r>
              <a:rPr sz="1200" b="0">
                <a:solidFill>
                  <a:srgbClr val="63637E"/>
                </a:solidFill>
                <a:latin typeface="Calibri"/>
              </a:rPr>
              <a:t>docs/ai-log.md, maintained from day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62686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04EA6"/>
                </a:solidFill>
                <a:latin typeface="Arial"/>
              </a:rPr>
              <a:t>Ripple  ·  Theme 04 Streaming Live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github.com/deathKiller10/ripple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